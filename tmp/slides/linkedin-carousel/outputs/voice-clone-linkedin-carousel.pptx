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d8d3b1ab24e6c" /><Relationship Type="http://schemas.openxmlformats.org/officeDocument/2006/relationships/extended-properties" Target="/docProps/app.xml" Id="Rfacf28f2bd5647e7" /><Relationship Type="http://schemas.openxmlformats.org/officeDocument/2006/relationships/officeDocument" Target="/ppt/presentation.xml" Id="R6419c123a937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32ba9766c4680"/>
  </p:sldMasterIdLst>
  <p:notesMasterIdLst>
    <p:notesMasterId xmlns:r="http://schemas.openxmlformats.org/officeDocument/2006/relationships" r:id="R50f9f71755bc4783"/>
  </p:notesMasterIdLst>
  <p:sldIdLst>
    <p:sldId xmlns:r="http://schemas.openxmlformats.org/officeDocument/2006/relationships" id="256" r:id="R413f3a7c6fde47d6"/>
    <p:sldId xmlns:r="http://schemas.openxmlformats.org/officeDocument/2006/relationships" id="257" r:id="R06660eafdaec4c87"/>
    <p:sldId xmlns:r="http://schemas.openxmlformats.org/officeDocument/2006/relationships" id="258" r:id="R486d6dc1fd0e4884"/>
    <p:sldId xmlns:r="http://schemas.openxmlformats.org/officeDocument/2006/relationships" id="259" r:id="R40a798e1f22844df"/>
    <p:sldId xmlns:r="http://schemas.openxmlformats.org/officeDocument/2006/relationships" id="260" r:id="Rb1f1ce0838524027"/>
    <p:sldId xmlns:r="http://schemas.openxmlformats.org/officeDocument/2006/relationships" id="261" r:id="Rd95ca69eb7eb490f"/>
  </p:sldIdLst>
  <p:sldSz cx="10287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32ba9766c4680" /><Relationship Type="http://schemas.openxmlformats.org/officeDocument/2006/relationships/theme" Target="/ppt/theme/theme1.xml" Id="Rbc1bdf1e51d04e61" /><Relationship Type="http://schemas.openxmlformats.org/officeDocument/2006/relationships/notesMaster" Target="/ppt/notesMasters/notesMaster1.xml" Id="R50f9f71755bc4783" /><Relationship Type="http://schemas.openxmlformats.org/officeDocument/2006/relationships/presProps" Target="/ppt/presProps.xml" Id="R3645ac41fa804e60" /><Relationship Type="http://schemas.openxmlformats.org/officeDocument/2006/relationships/viewProps" Target="/ppt/viewProps.xml" Id="Rf3eaadea0ed14ad3" /><Relationship Type="http://schemas.openxmlformats.org/officeDocument/2006/relationships/tableStyles" Target="/ppt/tableStyles.xml" Id="R4d6f9b0054fa4a61" /><Relationship Type="http://schemas.openxmlformats.org/officeDocument/2006/relationships/slide" Target="/ppt/slides/slide1.xml" Id="R413f3a7c6fde47d6" /><Relationship Type="http://schemas.openxmlformats.org/officeDocument/2006/relationships/slide" Target="/ppt/slides/slide2.xml" Id="R06660eafdaec4c87" /><Relationship Type="http://schemas.openxmlformats.org/officeDocument/2006/relationships/slide" Target="/ppt/slides/slide3.xml" Id="R486d6dc1fd0e4884" /><Relationship Type="http://schemas.openxmlformats.org/officeDocument/2006/relationships/slide" Target="/ppt/slides/slide4.xml" Id="R40a798e1f22844df" /><Relationship Type="http://schemas.openxmlformats.org/officeDocument/2006/relationships/slide" Target="/ppt/slides/slide5.xml" Id="Rb1f1ce0838524027" /><Relationship Type="http://schemas.openxmlformats.org/officeDocument/2006/relationships/slide" Target="/ppt/slides/slide6.xml" Id="Rd95ca69eb7eb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c8afb98806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6cafd3179845d5" /><Relationship Type="http://schemas.openxmlformats.org/officeDocument/2006/relationships/notesMaster" Target="/ppt/notesMasters/notesMaster1.xml" Id="Rcc10f145f526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d7eba193c47a7" /><Relationship Type="http://schemas.openxmlformats.org/officeDocument/2006/relationships/notesMaster" Target="/ppt/notesMasters/notesMaster1.xml" Id="R62750ab75c7d4c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0e553a91c74248" /><Relationship Type="http://schemas.openxmlformats.org/officeDocument/2006/relationships/notesMaster" Target="/ppt/notesMasters/notesMaster1.xml" Id="R1c5c551c93ad49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3f6b64568341bb" /><Relationship Type="http://schemas.openxmlformats.org/officeDocument/2006/relationships/notesMaster" Target="/ppt/notesMasters/notesMaster1.xml" Id="Rd815b7ecfaa446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43f6ca87e4e61" /><Relationship Type="http://schemas.openxmlformats.org/officeDocument/2006/relationships/notesMaster" Target="/ppt/notesMasters/notesMaster1.xml" Id="Rb79eb7066827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86a864d45f4dd0" /><Relationship Type="http://schemas.openxmlformats.org/officeDocument/2006/relationships/notesMaster" Target="/ppt/notesMasters/notesMaster1.xml" Id="Rb37903f6f39b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2636c518f4f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944FE97-B9A6-4625-9CEE-347A5DF39E8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4FD0F0-4E0E-471C-AEB1-B6075B3A46A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8C7FF2-46C9-450A-9BC5-9E6DD72F48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227113-9860-4E30-99E3-1DAAF72866D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CBD9A-24E7-492A-BF4F-4DF7631127C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4c386561a2f40b0" /><Relationship Type="http://schemas.openxmlformats.org/officeDocument/2006/relationships/slideLayout" Target="/ppt/slideLayouts/slideLayout2.xml" Id="R325c2ed0e3774a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52FD29-2FFC-4435-9BFB-E42DEF62C07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c2ed0e3774a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86a37ecdd47cb" /><Relationship Type="http://schemas.openxmlformats.org/officeDocument/2006/relationships/image" Target="/ppt/media/image.png" Id="Red978c0d8a6345aa" /><Relationship Type="http://schemas.openxmlformats.org/officeDocument/2006/relationships/notesSlide" Target="/ppt/notesSlides/notesSlide1.xml" Id="Rda11519065fa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72b494ccb43e6" /><Relationship Type="http://schemas.openxmlformats.org/officeDocument/2006/relationships/notesSlide" Target="/ppt/notesSlides/notesSlide2.xml" Id="R5c7da109ce9448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141d4f20ab4b85" /><Relationship Type="http://schemas.openxmlformats.org/officeDocument/2006/relationships/notesSlide" Target="/ppt/notesSlides/notesSlide3.xml" Id="Rfe6eba265bd345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c21ff105844fbd" /><Relationship Type="http://schemas.openxmlformats.org/officeDocument/2006/relationships/notesSlide" Target="/ppt/notesSlides/notesSlide4.xml" Id="R6e79c4a0177b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b35b18aea84224" /><Relationship Type="http://schemas.openxmlformats.org/officeDocument/2006/relationships/notesSlide" Target="/ppt/notesSlides/notesSlide5.xml" Id="R2288144604134c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aa235ccc914617" /><Relationship Type="http://schemas.openxmlformats.org/officeDocument/2006/relationships/image" Target="/ppt/media/image2.png" Id="R41bc994534894b96" /><Relationship Type="http://schemas.openxmlformats.org/officeDocument/2006/relationships/notesSlide" Target="/ppt/notesSlides/notesSlide6.xml" Id="Rfd9310203c6341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CBD9A-24E7-492A-BF4F-4DF763112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D3F5B-C36D-4733-85FD-5E6402D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45F03-5B5F-4AFF-BA4B-1D0B2F7F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381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3DB89-DA78-419B-AF96-03640AE0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27479-8EAD-41C3-A32F-04A7394C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81514-FF40-4D14-B247-C4F9648F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8A42B-A91E-4D18-87AC-949C31A5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4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B3CF"/>
                </a:solidFill>
              </a:defRPr>
            </a:pPr>
            <a:r>
              <a:rPr sz="1200" b="1">
                <a:solidFill>
                  <a:srgbClr val="A8B3CF"/>
                </a:solidFill>
              </a:rPr>
              <a:t>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B930A-C704-425C-AFBB-9E6F17B4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Voice Clone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3F68B-844C-47D4-A5D5-CD59B42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1148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B3CF"/>
                </a:solidFill>
              </a:defRPr>
            </a:pPr>
            <a:r>
              <a:rPr sz="2100" b="0">
                <a:solidFill>
                  <a:srgbClr val="A8B3CF"/>
                </a:solidFill>
              </a:rPr>
              <a:t>Local voice cloning studio for saving voices, transcribing media, generating new speech, and converting one voice into another.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634EC-4E4C-4E46-9A84-D5C70052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264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A33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3DD54-CD95-4809-BBD2-9F7C2F8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243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100%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AB0B2-B048-48D7-B30E-862FCE3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264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A33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B4E2B-7840-4C9F-AD1B-C779C30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863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Private by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CA2F4-C3D4-47C9-B8F6-1627DE6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264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A33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00E7B-487F-471C-82B9-BFB818B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483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Qwen3-TTS + faster-whisper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9DFC9-75FE-4F4E-AE27-326CADCF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43000"/>
            <a:ext cx="4152900" cy="72390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78c0d8a6345aa"/>
          <a:srcRect xmlns:a="http://schemas.openxmlformats.org/drawingml/2006/main" l="35263" t="0" r="352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450" y="1314450"/>
            <a:ext cx="3810000" cy="68961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F2D2A-333D-43A7-9FD5-7C6AB524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AD695-E616-46A3-B27D-65937D5C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58350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F"/>
                </a:solidFill>
              </a:defRPr>
            </a:pPr>
            <a:r>
              <a:rPr sz="1125" b="0">
                <a:solidFill>
                  <a:srgbClr val="A8B3CF"/>
                </a:solidFill>
              </a:rPr>
              <a:t>Voice Clone • Local-first voice cloning studio</a:t>
            </a:r>
          </a:p>
        </p:txBody>
      </p:sp>
    </p:spTree>
    <p:extLst>
      <p:ext uri="{BB962C8B-B14F-4D97-AF65-F5344CB8AC3E}">
        <p14:creationId xmlns:p14="http://schemas.microsoft.com/office/powerpoint/2010/main" val="381888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CBD9A-24E7-492A-BF4F-4DF763112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411D3-DCF5-4B43-9825-C84DF177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076F8-738E-4249-B8CA-A9A2BC83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381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A2C25-B046-409B-B96F-6946165D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05C08-E945-4CA3-B538-8A7DD63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0940B-DBA0-4B91-9D82-F58C694E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10691-AED7-4F94-AF00-315E7BBA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4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B3CF"/>
                </a:solidFill>
              </a:defRPr>
            </a:pPr>
            <a:r>
              <a:rPr sz="1200" b="1">
                <a:solidFill>
                  <a:srgbClr val="A8B3CF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902ED-188E-460A-B0BB-A69BB79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Why I built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DFD1A-F0E7-4E29-AF75-D1CEFBD3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8B3CF"/>
                </a:solidFill>
              </a:defRPr>
            </a:pPr>
            <a:r>
              <a:rPr sz="2250" b="0">
                <a:solidFill>
                  <a:srgbClr val="A8B3CF"/>
                </a:solidFill>
              </a:rPr>
              <a:t>Most voice tools are fragmented across scripts, cloud dashboards, and disconnected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3A538-26D9-4465-B2A9-C956BD0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8686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B6D5C-444F-46F1-887C-ED334E02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40CE4-35FD-41D9-890C-8036C80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767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Saving a reusable reference voice is usually separate from transcription.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96F40-1F1E-4719-A5ED-F5DA67B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43964-E68F-4D75-ADF2-9C584D0F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767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Voice generation and voice conversion often live in different tools.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FF073-69AB-4B83-A584-FD173BD0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E869B-126F-4790-86F3-7C277827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767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Cloud-first tools raise privacy concerns for personal voice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9242E-E976-4602-A12D-B3B0933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3CEA7-6B87-41E7-9C93-A5137DF9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767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Local workflows are powerful, but the UX is usually 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FBDB0-834B-4CBA-B302-97FC2DE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8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844F0-0CDC-44F1-BA2D-AB45E4D1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767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This project puts everything into one clean local studio.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A9DD2-2ED8-4683-B54E-0968A5EE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5D961-6EF1-4FC9-9764-A367660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58350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F"/>
                </a:solidFill>
              </a:defRPr>
            </a:pPr>
            <a:r>
              <a:rPr sz="1125" b="0">
                <a:solidFill>
                  <a:srgbClr val="A8B3CF"/>
                </a:solidFill>
              </a:rPr>
              <a:t>Voice Clone • Local-first voice cloning studio</a:t>
            </a:r>
          </a:p>
        </p:txBody>
      </p:sp>
    </p:spTree>
    <p:extLst>
      <p:ext uri="{BB962C8B-B14F-4D97-AF65-F5344CB8AC3E}">
        <p14:creationId xmlns:p14="http://schemas.microsoft.com/office/powerpoint/2010/main" val="302470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CBD9A-24E7-492A-BF4F-4DF763112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148F0-3D4E-4085-A715-03ECCEAF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ABFEC-5D1E-4599-9B4B-7767846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381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F7FE0-EBAC-4FD7-8E91-96B9EB3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68761-F971-4E0F-A1AB-381A32E2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74594-F4DD-44C6-BF7E-692EC16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F34B2-CE4C-4A55-AE66-6A488CE3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4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B3CF"/>
                </a:solidFill>
              </a:defRPr>
            </a:pPr>
            <a:r>
              <a:rPr sz="1200" b="1">
                <a:solidFill>
                  <a:srgbClr val="A8B3CF"/>
                </a:solidFill>
              </a:rPr>
              <a:t>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D7FFD-5AC2-40E1-BDE7-68EE428D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What the app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FBC35-ADE8-4CE1-A16B-C91C6645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000250" cy="4953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DA8EE-A482-4EA3-8DDD-678A21E6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38400"/>
            <a:ext cx="2000250" cy="4953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D83F3-D58A-4CC6-9CC3-48645A12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2000250" cy="4953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E6893-162A-4D01-8BBA-AD806C33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1771650" cy="49530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2C706-9A16-4D27-B013-1B64BC11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Voice 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6CEFF-33BA-445F-A256-1C5F9957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1581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Record or upload a reference clip and save a reusable voice profile.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E2B6F-F0D3-4785-8299-B2BDC77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Transcribe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96CD8-582D-4AB5-8F59-0E5291F6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19500"/>
            <a:ext cx="1581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Turn audio or video into cleaned transcript text plus subtitle timing.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FB292-341A-466B-9AFB-CA37167B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Synthesize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FA5A0-5377-42FD-B45E-773225B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1581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Generate new speech from saved voice style and target 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A6BCA-1DF6-4FE4-8666-C19239E4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Convert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D2F75-855E-42A8-ABA7-4488A25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1352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Transcribe source media and re-speak it using another saved voice.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92493-0B0D-441A-9D5C-E38E17AA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B267D-635C-4351-BC56-4D368587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EE205-4085-4E48-B06D-91FFC8FF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76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88090-C30E-4DDD-BAF1-43688553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2C62D-7520-4D7E-BA2D-B3061390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946B4-DC9C-4445-9FD6-C4CDDEC2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58350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F"/>
                </a:solidFill>
              </a:defRPr>
            </a:pPr>
            <a:r>
              <a:rPr sz="1125" b="0">
                <a:solidFill>
                  <a:srgbClr val="A8B3CF"/>
                </a:solidFill>
              </a:rPr>
              <a:t>Voice Clone • Local-first voice cloning studio</a:t>
            </a:r>
          </a:p>
        </p:txBody>
      </p:sp>
    </p:spTree>
    <p:extLst>
      <p:ext uri="{BB962C8B-B14F-4D97-AF65-F5344CB8AC3E}">
        <p14:creationId xmlns:p14="http://schemas.microsoft.com/office/powerpoint/2010/main" val="1633286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CBD9A-24E7-492A-BF4F-4DF763112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08D69-E6F7-4D46-8C54-F7F1D701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70526-7451-4923-BF10-248AE480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381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1C459-1EA8-467C-BC7F-ACDABAA3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31196-B7B3-4530-A2C5-DD42F58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170A1-418E-485B-88CD-45BC33F3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E5340-F3A4-4CD9-8FD9-C9AB083E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4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B3CF"/>
                </a:solidFill>
              </a:defRPr>
            </a:pPr>
            <a:r>
              <a:rPr sz="1200" b="1">
                <a:solidFill>
                  <a:srgbClr val="A8B3CF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58657-1907-4BAE-8234-A21D544C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How it works under the hood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F8B11-50D4-488C-9BEA-F5B20D44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B3CF"/>
                </a:solidFill>
              </a:defRPr>
            </a:pPr>
            <a:r>
              <a:rPr sz="2100" b="0">
                <a:solidFill>
                  <a:srgbClr val="A8B3CF"/>
                </a:solidFill>
              </a:rPr>
              <a:t>The project is intentionally local-first and split into a clear frontend/backend pipeline.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C4F68-EA39-4819-9376-8A017F3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489A9-822F-4960-BE42-DDBB0BB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04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42035-6CDD-4D20-9629-87C4F88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B009A-FC44-468C-8F25-1A79BDBB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EA3EA-9894-4EF9-A4A9-87069421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Next.js 16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React 19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Tailwind 4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SSE client + recorder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66363-B05C-40CA-963C-604C70CA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19E42-FFF3-4B91-8A19-55BCAFD3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148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FastAPI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Audio normalization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Model manager lock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Streaming endpoints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8C8B9-FAC9-4E0B-8F99-4E07CF3F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Models +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475A8-1D1A-4753-9980-BA253E3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Qwen3-TTS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faster-whisper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saved_voices/</a:t>
            </a:r>
          </a:p>
          <a:p xmlns:a="http://schemas.openxmlformats.org/drawingml/2006/main">
            <a:pPr algn="l">
              <a:defRPr sz="1950" b="0">
                <a:solidFill>
                  <a:srgbClr val="A8B3CF"/>
                </a:solidFill>
              </a:defRPr>
            </a:pPr>
            <a:r>
              <a:rPr sz="1950" b="0">
                <a:solidFill>
                  <a:srgbClr val="A8B3CF"/>
                </a:solidFill>
              </a:rPr>
              <a:t>generated/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08777-9A1F-4C06-91F5-E4BF1719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User actions flow left → right and results stream back into the UI.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0E189-29A9-47DC-BE5C-0851C6B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CFB91-8F1D-410A-B54F-FB5FC68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58350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F"/>
                </a:solidFill>
              </a:defRPr>
            </a:pPr>
            <a:r>
              <a:rPr sz="1125" b="0">
                <a:solidFill>
                  <a:srgbClr val="A8B3CF"/>
                </a:solidFill>
              </a:rPr>
              <a:t>Voice Clone • Local-first voice cloning studio</a:t>
            </a:r>
          </a:p>
        </p:txBody>
      </p:sp>
    </p:spTree>
    <p:extLst>
      <p:ext uri="{BB962C8B-B14F-4D97-AF65-F5344CB8AC3E}">
        <p14:creationId xmlns:p14="http://schemas.microsoft.com/office/powerpoint/2010/main" val="1450559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CBD9A-24E7-492A-BF4F-4DF763112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1AB0E-3EEB-438F-82A3-88FCF3ED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5861D-9073-4283-94E3-356FB53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381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777B8-05C9-4520-944F-1E920B08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DAFE1-45B5-48BF-844C-8DDF910B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DCFF5-5218-4FD7-B56D-50BC433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181A9-26AB-44B5-97F5-02FC804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4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B3CF"/>
                </a:solidFill>
              </a:defRPr>
            </a:pPr>
            <a:r>
              <a:rPr sz="1200" b="1">
                <a:solidFill>
                  <a:srgbClr val="A8B3CF"/>
                </a:solidFill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551D2-C41F-4A0B-B52F-A87D98B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What makes this useful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D9D91-FAA3-4E84-BAC8-599FF90F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095750" cy="50482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0B6DB-5DF4-4E75-A332-284DF4C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4095750" cy="50482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CE5D8-2B7A-4AB3-8549-49563256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Practical benefits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425DF-AE02-4DE6-9BC6-D4F8DF6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D86AE-3283-4E86-88B9-46C52DA1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One place to manage voice references and transcripts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C442C-1042-4318-BC7D-35BBA5B4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40EC8-AE00-4D60-A3D2-FCB747CF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Subtitle-ready transcription with timed segments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862C7-8F19-4884-AAE6-D1D9DC35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BC14C-6051-45D7-9EDD-11462E38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Editable review-first flow for conversion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5DD11-F4C5-46A4-B824-1EE409A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182E1-0F17-4863-8AFC-A6C895B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Private local processing instead of cloud upload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5D426-C6AE-4982-A144-4273DEC8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908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Technical choices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848C1-0B79-4256-A8B8-770969AA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62EAE-C1E3-4CAD-A398-0BC40E2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528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FastAPI backend with SSE progress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74126-8A74-40C6-A7D5-6344D440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96DDF-711F-4551-8EAC-F00DA58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Audio normalization for browser upload formats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226E3-58E1-479D-A051-72657D85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12379-B526-426A-8F8D-4AA88FA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815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Async-safe model mutual exclusion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385EB6-87CA-4F54-A749-F965B277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93AF0-B3FB-492C-BFCA-4EC06370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Simple file-based voice profile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148FED-76EB-4836-9933-55B72914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BDE3E-F668-4EF6-9B39-5F6EAF4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58350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F"/>
                </a:solidFill>
              </a:defRPr>
            </a:pPr>
            <a:r>
              <a:rPr sz="1125" b="0">
                <a:solidFill>
                  <a:srgbClr val="A8B3CF"/>
                </a:solidFill>
              </a:rPr>
              <a:t>Voice Clone • Local-first voice cloning studio</a:t>
            </a:r>
          </a:p>
        </p:txBody>
      </p:sp>
    </p:spTree>
    <p:extLst>
      <p:ext uri="{BB962C8B-B14F-4D97-AF65-F5344CB8AC3E}">
        <p14:creationId xmlns:p14="http://schemas.microsoft.com/office/powerpoint/2010/main" val="1280313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FCBD9A-24E7-492A-BF4F-4DF763112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95523-F5DF-418C-9128-5C67737E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819A4-FD83-4DC6-85CF-86F61200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381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AD3E0-4053-4478-AA54-472905E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676C8-2BA7-43E3-9507-2D1FBE3E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872F3-F557-4B23-94EC-AF499D0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8B692-65C6-4BC3-A1A9-18DE85C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4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B3CF"/>
                </a:solidFill>
              </a:defRPr>
            </a:pPr>
            <a:r>
              <a:rPr sz="1200" b="1">
                <a:solidFill>
                  <a:srgbClr val="A8B3CF"/>
                </a:solidFill>
              </a:rPr>
              <a:t>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FF8A0-2054-44CD-A1B4-33FE6382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Voice Clone is 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E7291-E0D1-4682-8D18-A2F69799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53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8B3CF"/>
                </a:solidFill>
              </a:defRPr>
            </a:pPr>
            <a:r>
              <a:rPr sz="2250" b="0">
                <a:solidFill>
                  <a:srgbClr val="A8B3CF"/>
                </a:solidFill>
              </a:rPr>
              <a:t>Built as a local-first voice studio for saving voices, transcribing media, generating speech, and converting recordings in one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26448-93DA-4042-914D-9C64177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3619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87B37-6A3E-4A58-A41E-49D160FE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Best fit for: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71B3B-1157-41B2-AC65-9C37BC2A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builders</a:t>
            </a:r>
          </a:p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indie hackers</a:t>
            </a:r>
          </a:p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local AI tool fans</a:t>
            </a:r>
          </a:p>
          <a:p xmlns:a="http://schemas.openxmlformats.org/drawingml/2006/main">
            <a:pPr algn="l">
              <a:defRPr sz="1800" b="0">
                <a:solidFill>
                  <a:srgbClr val="A8B3CF"/>
                </a:solidFill>
              </a:defRPr>
            </a:pPr>
            <a:r>
              <a:rPr sz="1800" b="0">
                <a:solidFill>
                  <a:srgbClr val="A8B3CF"/>
                </a:solidFill>
              </a:rPr>
              <a:t>voice workflow experiments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2FBCC-64A1-4464-A5F0-CD92A67E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4152900" cy="61912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14288">
            <a:solidFill>
              <a:srgbClr val="2A3C6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c994534894b96"/>
          <a:stretch xmlns:a="http://schemas.openxmlformats.org/drawingml/2006/main"/>
        </p:blipFill>
        <p:spPr>
          <a:xfrm xmlns:a="http://schemas.openxmlformats.org/drawingml/2006/main">
            <a:off x="5543550" y="3509355"/>
            <a:ext cx="3733800" cy="199194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C766C-A2A3-4ACC-8BAD-F293D8E0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011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GitHub repo in comments / post copy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A4AF2-F3BA-4F5A-A9FE-AF9B5A8F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0EDF8-BF0E-4E02-9957-80DBED6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58350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F"/>
                </a:solidFill>
              </a:defRPr>
            </a:pPr>
            <a:r>
              <a:rPr sz="1125" b="0">
                <a:solidFill>
                  <a:srgbClr val="A8B3CF"/>
                </a:solidFill>
              </a:rPr>
              <a:t>Voice Clone • Launch carousel draft</a:t>
            </a:r>
          </a:p>
        </p:txBody>
      </p:sp>
    </p:spTree>
    <p:extLst>
      <p:ext uri="{BB962C8B-B14F-4D97-AF65-F5344CB8AC3E}">
        <p14:creationId xmlns:p14="http://schemas.microsoft.com/office/powerpoint/2010/main" val="1206804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2026-04-23T10:46:17.6770000Z</dcterms:created>
  <dcterms:modified xsi:type="dcterms:W3CDTF">2026-04-23T10:46:17.6770000Z</dcterms:modified>
</coreProperties>
</file>